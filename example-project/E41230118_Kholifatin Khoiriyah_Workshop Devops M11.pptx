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oxima Nova Bold" charset="1" panose="02000506030000020004"/>
      <p:regular r:id="rId18"/>
    </p:embeddedFont>
    <p:embeddedFont>
      <p:font typeface="Nunito" charset="1" panose="00000000000000000000"/>
      <p:regular r:id="rId19"/>
    </p:embeddedFont>
    <p:embeddedFont>
      <p:font typeface="Open Sans" charset="1" panose="020B06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591575" y="1658579"/>
            <a:ext cx="11660329" cy="39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84"/>
              </a:lnSpc>
            </a:pPr>
            <a:r>
              <a:rPr lang="en-US" b="true" sz="7488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KUBERNETES BASIC SETUP &amp; LEARNING GUIDE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54559" y="5935345"/>
            <a:ext cx="6578882" cy="2624066"/>
            <a:chOff x="0" y="0"/>
            <a:chExt cx="8771843" cy="349875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8771843" cy="3498754"/>
              <a:chOff x="0" y="0"/>
              <a:chExt cx="1732710" cy="69111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732710" cy="691112"/>
              </a:xfrm>
              <a:custGeom>
                <a:avLst/>
                <a:gdLst/>
                <a:ahLst/>
                <a:cxnLst/>
                <a:rect r="r" b="b" t="t" l="l"/>
                <a:pathLst>
                  <a:path h="691112" w="1732710">
                    <a:moveTo>
                      <a:pt x="60016" y="0"/>
                    </a:moveTo>
                    <a:lnTo>
                      <a:pt x="1672694" y="0"/>
                    </a:lnTo>
                    <a:cubicBezTo>
                      <a:pt x="1688611" y="0"/>
                      <a:pt x="1703876" y="6323"/>
                      <a:pt x="1715132" y="17578"/>
                    </a:cubicBezTo>
                    <a:cubicBezTo>
                      <a:pt x="1726387" y="28833"/>
                      <a:pt x="1732710" y="44099"/>
                      <a:pt x="1732710" y="60016"/>
                    </a:cubicBezTo>
                    <a:lnTo>
                      <a:pt x="1732710" y="631096"/>
                    </a:lnTo>
                    <a:cubicBezTo>
                      <a:pt x="1732710" y="647013"/>
                      <a:pt x="1726387" y="662279"/>
                      <a:pt x="1715132" y="673534"/>
                    </a:cubicBezTo>
                    <a:cubicBezTo>
                      <a:pt x="1703876" y="684789"/>
                      <a:pt x="1688611" y="691112"/>
                      <a:pt x="1672694" y="691112"/>
                    </a:cubicBezTo>
                    <a:lnTo>
                      <a:pt x="60016" y="691112"/>
                    </a:lnTo>
                    <a:cubicBezTo>
                      <a:pt x="44099" y="691112"/>
                      <a:pt x="28833" y="684789"/>
                      <a:pt x="17578" y="673534"/>
                    </a:cubicBezTo>
                    <a:cubicBezTo>
                      <a:pt x="6323" y="662279"/>
                      <a:pt x="0" y="647013"/>
                      <a:pt x="0" y="631096"/>
                    </a:cubicBezTo>
                    <a:lnTo>
                      <a:pt x="0" y="60016"/>
                    </a:lnTo>
                    <a:cubicBezTo>
                      <a:pt x="0" y="44099"/>
                      <a:pt x="6323" y="28833"/>
                      <a:pt x="17578" y="17578"/>
                    </a:cubicBezTo>
                    <a:cubicBezTo>
                      <a:pt x="28833" y="6323"/>
                      <a:pt x="44099" y="0"/>
                      <a:pt x="60016" y="0"/>
                    </a:cubicBezTo>
                    <a:close/>
                  </a:path>
                </a:pathLst>
              </a:custGeom>
              <a:ln w="38100" cap="rnd">
                <a:solidFill>
                  <a:srgbClr val="474646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732710" cy="7292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20836" y="139724"/>
              <a:ext cx="7730171" cy="3133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Kholifatin Khoriyah</a:t>
              </a:r>
            </a:p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E41230118</a:t>
              </a:r>
            </a:p>
            <a:p>
              <a:pPr algn="ctr">
                <a:lnSpc>
                  <a:spcPts val="6299"/>
                </a:lnSpc>
              </a:pPr>
              <a:r>
                <a:rPr lang="en-US" sz="4500">
                  <a:solidFill>
                    <a:srgbClr val="000000"/>
                  </a:solidFill>
                  <a:latin typeface="Nunito"/>
                  <a:ea typeface="Nunito"/>
                  <a:cs typeface="Nunito"/>
                  <a:sym typeface="Nunito"/>
                </a:rPr>
                <a:t>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085116" y="2500670"/>
            <a:ext cx="9683999" cy="7089532"/>
          </a:xfrm>
          <a:custGeom>
            <a:avLst/>
            <a:gdLst/>
            <a:ahLst/>
            <a:cxnLst/>
            <a:rect r="r" b="b" t="t" l="l"/>
            <a:pathLst>
              <a:path h="7089532" w="9683999">
                <a:moveTo>
                  <a:pt x="0" y="0"/>
                </a:moveTo>
                <a:lnTo>
                  <a:pt x="9683999" y="0"/>
                </a:lnTo>
                <a:lnTo>
                  <a:pt x="9683999" y="7089532"/>
                </a:lnTo>
                <a:lnTo>
                  <a:pt x="0" y="70895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196783" y="1357112"/>
            <a:ext cx="9894435" cy="95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b="true" sz="55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INSTALLASI KUBERNETES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945420" y="3127131"/>
            <a:ext cx="10397159" cy="6075840"/>
          </a:xfrm>
          <a:custGeom>
            <a:avLst/>
            <a:gdLst/>
            <a:ahLst/>
            <a:cxnLst/>
            <a:rect r="r" b="b" t="t" l="l"/>
            <a:pathLst>
              <a:path h="6075840" w="10397159">
                <a:moveTo>
                  <a:pt x="0" y="0"/>
                </a:moveTo>
                <a:lnTo>
                  <a:pt x="10397160" y="0"/>
                </a:lnTo>
                <a:lnTo>
                  <a:pt x="10397160" y="6075840"/>
                </a:lnTo>
                <a:lnTo>
                  <a:pt x="0" y="6075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175517" y="1086376"/>
            <a:ext cx="8873958" cy="190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83"/>
              </a:lnSpc>
            </a:pPr>
            <a:r>
              <a:rPr lang="en-US" b="true" sz="548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JALANKAN MINIKUBE DAN CEK NODE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831893" y="2500670"/>
            <a:ext cx="8142684" cy="6769728"/>
          </a:xfrm>
          <a:custGeom>
            <a:avLst/>
            <a:gdLst/>
            <a:ahLst/>
            <a:cxnLst/>
            <a:rect r="r" b="b" t="t" l="l"/>
            <a:pathLst>
              <a:path h="6769728" w="8142684">
                <a:moveTo>
                  <a:pt x="0" y="0"/>
                </a:moveTo>
                <a:lnTo>
                  <a:pt x="8142684" y="0"/>
                </a:lnTo>
                <a:lnTo>
                  <a:pt x="8142684" y="6769729"/>
                </a:lnTo>
                <a:lnTo>
                  <a:pt x="0" y="67697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82929" y="918585"/>
            <a:ext cx="10138496" cy="118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5"/>
              </a:lnSpc>
            </a:pPr>
            <a:r>
              <a:rPr lang="en-US" b="true" sz="6925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FILE DEPLOYMENT.YML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870599" y="2855837"/>
            <a:ext cx="9007110" cy="5572084"/>
          </a:xfrm>
          <a:custGeom>
            <a:avLst/>
            <a:gdLst/>
            <a:ahLst/>
            <a:cxnLst/>
            <a:rect r="r" b="b" t="t" l="l"/>
            <a:pathLst>
              <a:path h="5572084" w="9007110">
                <a:moveTo>
                  <a:pt x="0" y="0"/>
                </a:moveTo>
                <a:lnTo>
                  <a:pt x="9007110" y="0"/>
                </a:lnTo>
                <a:lnTo>
                  <a:pt x="9007110" y="5572084"/>
                </a:lnTo>
                <a:lnTo>
                  <a:pt x="0" y="5572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0599" y="1259029"/>
            <a:ext cx="9213360" cy="137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81"/>
              </a:lnSpc>
            </a:pPr>
            <a:r>
              <a:rPr lang="en-US" b="true" sz="8058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FILE SERVICE.YML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51752" y="2855837"/>
            <a:ext cx="7543919" cy="2124437"/>
          </a:xfrm>
          <a:custGeom>
            <a:avLst/>
            <a:gdLst/>
            <a:ahLst/>
            <a:cxnLst/>
            <a:rect r="r" b="b" t="t" l="l"/>
            <a:pathLst>
              <a:path h="2124437" w="7543919">
                <a:moveTo>
                  <a:pt x="0" y="0"/>
                </a:moveTo>
                <a:lnTo>
                  <a:pt x="7543919" y="0"/>
                </a:lnTo>
                <a:lnTo>
                  <a:pt x="7543919" y="2124437"/>
                </a:lnTo>
                <a:lnTo>
                  <a:pt x="0" y="21244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029754" y="3920931"/>
            <a:ext cx="7968980" cy="3395611"/>
          </a:xfrm>
          <a:custGeom>
            <a:avLst/>
            <a:gdLst/>
            <a:ahLst/>
            <a:cxnLst/>
            <a:rect r="r" b="b" t="t" l="l"/>
            <a:pathLst>
              <a:path h="3395611" w="7968980">
                <a:moveTo>
                  <a:pt x="0" y="0"/>
                </a:moveTo>
                <a:lnTo>
                  <a:pt x="7968979" y="0"/>
                </a:lnTo>
                <a:lnTo>
                  <a:pt x="7968979" y="3395612"/>
                </a:lnTo>
                <a:lnTo>
                  <a:pt x="0" y="33956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6058666"/>
            <a:ext cx="7566971" cy="3820735"/>
          </a:xfrm>
          <a:custGeom>
            <a:avLst/>
            <a:gdLst/>
            <a:ahLst/>
            <a:cxnLst/>
            <a:rect r="r" b="b" t="t" l="l"/>
            <a:pathLst>
              <a:path h="3820735" w="7566971">
                <a:moveTo>
                  <a:pt x="0" y="0"/>
                </a:moveTo>
                <a:lnTo>
                  <a:pt x="7566971" y="0"/>
                </a:lnTo>
                <a:lnTo>
                  <a:pt x="7566971" y="3820735"/>
                </a:lnTo>
                <a:lnTo>
                  <a:pt x="0" y="38207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442321" y="655562"/>
            <a:ext cx="9702185" cy="132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b="true" sz="774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MENJALANKAN YML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071989" y="2855837"/>
            <a:ext cx="10243941" cy="6402463"/>
          </a:xfrm>
          <a:custGeom>
            <a:avLst/>
            <a:gdLst/>
            <a:ahLst/>
            <a:cxnLst/>
            <a:rect r="r" b="b" t="t" l="l"/>
            <a:pathLst>
              <a:path h="6402463" w="10243941">
                <a:moveTo>
                  <a:pt x="0" y="0"/>
                </a:moveTo>
                <a:lnTo>
                  <a:pt x="10243941" y="0"/>
                </a:lnTo>
                <a:lnTo>
                  <a:pt x="10243941" y="6402463"/>
                </a:lnTo>
                <a:lnTo>
                  <a:pt x="0" y="6402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42122" y="1177059"/>
            <a:ext cx="12073875" cy="1323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b="true" sz="774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MENJALANKAN APLIKASI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563265" y="1737744"/>
            <a:ext cx="12275878" cy="7672424"/>
          </a:xfrm>
          <a:custGeom>
            <a:avLst/>
            <a:gdLst/>
            <a:ahLst/>
            <a:cxnLst/>
            <a:rect r="r" b="b" t="t" l="l"/>
            <a:pathLst>
              <a:path h="7672424" w="12275878">
                <a:moveTo>
                  <a:pt x="0" y="0"/>
                </a:moveTo>
                <a:lnTo>
                  <a:pt x="12275878" y="0"/>
                </a:lnTo>
                <a:lnTo>
                  <a:pt x="12275878" y="7672424"/>
                </a:lnTo>
                <a:lnTo>
                  <a:pt x="0" y="76724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340222" y="194676"/>
            <a:ext cx="8721964" cy="154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SCALLING POD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50712" y="4076276"/>
            <a:ext cx="13621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TERMINAL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59756" y="4076276"/>
            <a:ext cx="13621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TERMINAL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36945" y="4076276"/>
            <a:ext cx="136218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TERMINAL 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057400" y="2500670"/>
            <a:ext cx="10049532" cy="7336159"/>
          </a:xfrm>
          <a:custGeom>
            <a:avLst/>
            <a:gdLst/>
            <a:ahLst/>
            <a:cxnLst/>
            <a:rect r="r" b="b" t="t" l="l"/>
            <a:pathLst>
              <a:path h="7336159" w="10049532">
                <a:moveTo>
                  <a:pt x="0" y="0"/>
                </a:moveTo>
                <a:lnTo>
                  <a:pt x="10049532" y="0"/>
                </a:lnTo>
                <a:lnTo>
                  <a:pt x="10049532" y="7336159"/>
                </a:lnTo>
                <a:lnTo>
                  <a:pt x="0" y="73361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85116" y="895350"/>
            <a:ext cx="13425133" cy="114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74"/>
              </a:lnSpc>
            </a:pPr>
            <a:r>
              <a:rPr lang="en-US" b="true" sz="6624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MENAMBAHKAN WORKER NODE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78846" y="3888314"/>
            <a:ext cx="12661812" cy="3312586"/>
          </a:xfrm>
          <a:custGeom>
            <a:avLst/>
            <a:gdLst/>
            <a:ahLst/>
            <a:cxnLst/>
            <a:rect r="r" b="b" t="t" l="l"/>
            <a:pathLst>
              <a:path h="3312586" w="12661812">
                <a:moveTo>
                  <a:pt x="0" y="0"/>
                </a:moveTo>
                <a:lnTo>
                  <a:pt x="12661812" y="0"/>
                </a:lnTo>
                <a:lnTo>
                  <a:pt x="12661812" y="3312586"/>
                </a:lnTo>
                <a:lnTo>
                  <a:pt x="0" y="3312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09053" y="1686628"/>
            <a:ext cx="11401398" cy="136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40"/>
              </a:lnSpc>
            </a:pPr>
            <a:r>
              <a:rPr lang="en-US" b="true" sz="7957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MENGHAPUS PROJECT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085116" y="2576870"/>
            <a:ext cx="9387267" cy="6820092"/>
          </a:xfrm>
          <a:custGeom>
            <a:avLst/>
            <a:gdLst/>
            <a:ahLst/>
            <a:cxnLst/>
            <a:rect r="r" b="b" t="t" l="l"/>
            <a:pathLst>
              <a:path h="6820092" w="9387267">
                <a:moveTo>
                  <a:pt x="0" y="0"/>
                </a:moveTo>
                <a:lnTo>
                  <a:pt x="9387267" y="0"/>
                </a:lnTo>
                <a:lnTo>
                  <a:pt x="9387267" y="6820092"/>
                </a:lnTo>
                <a:lnTo>
                  <a:pt x="0" y="6820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364747" y="626987"/>
            <a:ext cx="9558507" cy="154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CEK PROJECT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3131" y="3908425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b="true" sz="12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DAHIMaJBK6A</dc:identifier>
  <dcterms:modified xsi:type="dcterms:W3CDTF">2011-08-01T06:04:30Z</dcterms:modified>
  <cp:revision>1</cp:revision>
  <dc:title>Grey Black Minimalist Simple Project Presentation</dc:title>
</cp:coreProperties>
</file>